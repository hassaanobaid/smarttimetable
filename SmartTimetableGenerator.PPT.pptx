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program that builds a clash-free class schedule automatically. It is a CCP because the rules conflict, so the system must find the best compromise, not just one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aSc Timetables is a paid desktop tool, FET is free but complex, Excel is what departments use today. Ratings are general; verify against each tool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flows left to right. The scheduler reads data from MySQL, places classes without breaking hard rules, backtracks when stuck, then scores soft rules and saves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language, JavaScript, is used for the frontend, backend and algorithm.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Weeks 4 to 6 are the hardest part. A correct clash-free timetable is the main goal; score optimization and Excel export are bonuses.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 Generator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Hassaan Obaid  |  BSSE-5A  |  Roll No 018  |  Software Construction and Development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83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timetables take days and hide clashes until classes start.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31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06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 that auto-generates a clash-free timetable for one department.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00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1234440" cy="1051560"/>
          </a:xfrm>
          <a:prstGeom prst="rect">
            <a:avLst/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58444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 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0690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generate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01368" y="3520440"/>
            <a:ext cx="1234440" cy="1051560"/>
          </a:xfrm>
          <a:prstGeom prst="rect">
            <a:avLst/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01368" y="358444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847088" y="40690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hard-rule clashes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45536" y="3520440"/>
            <a:ext cx="1234440" cy="1051560"/>
          </a:xfrm>
          <a:prstGeom prst="rect">
            <a:avLst/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45536" y="358444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| 6 | 8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191256" y="40690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| sections | rooms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15087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Computing Problem (CCP) Justification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1874520"/>
            <a:ext cx="4023360" cy="612648"/>
          </a:xfrm>
          <a:prstGeom prst="rect">
            <a:avLst/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874520"/>
            <a:ext cx="64008" cy="61264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1874520"/>
            <a:ext cx="3749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requirements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preferred slot vs. a 3-hour student gap.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578608"/>
            <a:ext cx="4023360" cy="612648"/>
          </a:xfrm>
          <a:prstGeom prst="rect">
            <a:avLst/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578608"/>
            <a:ext cx="64008" cy="61264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2578608"/>
            <a:ext cx="3749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analysis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over every day, slot and room choice.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3282696"/>
            <a:ext cx="4023360" cy="612648"/>
          </a:xfrm>
          <a:prstGeom prst="rect">
            <a:avLst/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282696"/>
            <a:ext cx="64008" cy="61264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46320" y="3282696"/>
            <a:ext cx="3749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involvement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teachers and students.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3986784"/>
            <a:ext cx="4023360" cy="612648"/>
          </a:xfrm>
          <a:prstGeom prst="rect">
            <a:avLst/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986784"/>
            <a:ext cx="64008" cy="61264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46320" y="3986784"/>
            <a:ext cx="3749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Interdependence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moved class changes teacher, room and section.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with Existing Systems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 Generator  |  Hassaan Obaid  |  BSSE-5A  |  Roll No 018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28016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aSc Timetables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Excel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AA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generation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0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Clash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0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0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Spreadsheet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0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Ease of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0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Fits our department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0F3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we fill: </a:t>
            </a:r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automatic and simple, with a step-by-step explainable algorithm.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and Rules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 Generator  |  Hassaan Obaid  |  BSSE-5A  |  Roll No 018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37744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43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HTML, CSS, JS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1887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383280" y="1143000"/>
            <a:ext cx="2377440" cy="7772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143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11887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09360" y="1143000"/>
            <a:ext cx="237744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143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(7 tables)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4023360" cy="1371600"/>
          </a:xfrm>
          <a:prstGeom prst="rect">
            <a:avLst/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148840"/>
            <a:ext cx="402336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rules (never broken)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6060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double-booking of teacher, room or section. Labs only in lab rooms. Room capacity fits the section. Teacher availability respected.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148840"/>
            <a:ext cx="4023360" cy="1371600"/>
          </a:xfrm>
          <a:prstGeom prst="rect">
            <a:avLst/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148840"/>
            <a:ext cx="4023360" cy="6400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rules (scored)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26060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section gaps. Even teacher workload. Same course on different days. Avoid very early or late slots.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657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57200" y="3950208"/>
            <a:ext cx="155448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2064" y="3950208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 data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25980" y="3950208"/>
            <a:ext cx="1554480" cy="6400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180844" y="3950208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Sort hardest first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94760" y="3950208"/>
            <a:ext cx="155448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49624" y="3950208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Place without breaking hard rules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63540" y="3950208"/>
            <a:ext cx="1554480" cy="6400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18404" y="3950208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Backtrack if stuck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32320" y="3950208"/>
            <a:ext cx="155448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87184" y="3950208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Score and save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 Generator  |  Hassaan Obaid  |  BSSE-5A  |  Roll No 018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577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interface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(Vite), HTML, CSS, JavaScript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/ 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+ Express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MySQL, plain SQL via mysql2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algorithm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JavaScript, no external libraries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exceljs (Excel export), Git/GitHub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206240"/>
            <a:ext cx="8229600" cy="384048"/>
          </a:xfrm>
          <a:prstGeom prst="rect">
            <a:avLst/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2062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used: </a:t>
            </a:r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Boot, ORMs or other heavy frameworks, to keep the project simple.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(10 weeks) and Risks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 Generator  |  Hassaan Obaid  |  BSSE-5A  |  Roll No 018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09728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090672" y="109728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12464" y="109728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334256" y="109728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956048" y="109728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109728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199632" y="109728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821424" y="109728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443216" y="109728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065008" y="109728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1097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1389888"/>
            <a:ext cx="8229600" cy="384048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13898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DB design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496312" y="1453896"/>
            <a:ext cx="566928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1810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+ MySQL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118104" y="1874520"/>
            <a:ext cx="1188720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231136"/>
            <a:ext cx="8229600" cy="384048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22311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algorithm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61688" y="2295144"/>
            <a:ext cx="1810512" cy="256032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26517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forms + grid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27064" y="2715768"/>
            <a:ext cx="1188720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072384"/>
            <a:ext cx="8229600" cy="384048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3072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export, demo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470648" y="3136392"/>
            <a:ext cx="1188720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3611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Plan B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3931920"/>
            <a:ext cx="2651760" cy="685800"/>
          </a:xfrm>
          <a:prstGeom prst="rect">
            <a:avLst/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3931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algorithm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department, time limit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46120" y="3931920"/>
            <a:ext cx="2651760" cy="685800"/>
          </a:xfrm>
          <a:prstGeom prst="rect">
            <a:avLst/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383280" y="3931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time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first, export optional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35040" y="3931920"/>
            <a:ext cx="2651760" cy="685800"/>
          </a:xfrm>
          <a:prstGeom prst="rect">
            <a:avLst/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72200" y="3931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learning curve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components, plain CSS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Timetable Generator (Concise)</dc:title>
  <dc:subject>PptxGenJS Presentation</dc:subject>
  <dc:creator>Hassaan Obaid</dc:creator>
  <cp:lastModifiedBy>Hassaan Obaid</cp:lastModifiedBy>
  <cp:revision>1</cp:revision>
  <dcterms:created xsi:type="dcterms:W3CDTF">2026-10-05T17:25:44Z</dcterms:created>
  <dcterms:modified xsi:type="dcterms:W3CDTF">2026-10-05T17:25:44Z</dcterms:modified>
</cp:coreProperties>
</file>